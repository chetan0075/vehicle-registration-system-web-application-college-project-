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</p:sldMasterIdLst>
  <p:notesMasterIdLst>
    <p:notesMasterId r:id="rId12"/>
  </p:notesMasterIdLst>
  <p:handoutMasterIdLst>
    <p:handoutMasterId r:id="rId13"/>
  </p:handoutMasterIdLst>
  <p:sldIdLst>
    <p:sldId id="319" r:id="rId5"/>
    <p:sldId id="312" r:id="rId6"/>
    <p:sldId id="304" r:id="rId7"/>
    <p:sldId id="282" r:id="rId8"/>
    <p:sldId id="315" r:id="rId9"/>
    <p:sldId id="318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593"/>
    <a:srgbClr val="202C8F"/>
    <a:srgbClr val="DF8C8C"/>
    <a:srgbClr val="FDFBF6"/>
    <a:srgbClr val="AAC4E9"/>
    <a:srgbClr val="F5CDCE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5388" autoAdjust="0"/>
  </p:normalViewPr>
  <p:slideViewPr>
    <p:cSldViewPr snapToGrid="0" snapToObjects="1">
      <p:cViewPr varScale="1">
        <p:scale>
          <a:sx n="116" d="100"/>
          <a:sy n="116" d="100"/>
        </p:scale>
        <p:origin x="256" y="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04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0685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15778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842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7064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D05151-D5EB-BF36-0427-0227CD1F4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C4D4F6-C744-071F-F540-AAD1B603E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79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D0F3DA-1E20-AB1E-61FF-9AF66AE42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062D69B-2E49-27FF-C650-FC4957833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50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F232530-7EF1-D940-F50F-79A1C60CC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8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4F1022-9E3B-FC78-B258-6F84352CE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87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504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75807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3356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97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008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0631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35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00028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29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680" r:id="rId18"/>
    <p:sldLayoutId id="2147483653" r:id="rId19"/>
    <p:sldLayoutId id="2147483685" r:id="rId20"/>
    <p:sldLayoutId id="2147483687" r:id="rId21"/>
    <p:sldLayoutId id="2147483689" r:id="rId22"/>
    <p:sldLayoutId id="2147483691" r:id="rId23"/>
    <p:sldLayoutId id="2147483692" r:id="rId2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9898A8-30A4-50CB-6F92-524F80A2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08" y="1107283"/>
            <a:ext cx="1698774" cy="1632977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5EAEDD-1E40-20EC-7FE7-958C9BA966B3}"/>
              </a:ext>
            </a:extLst>
          </p:cNvPr>
          <p:cNvSpPr txBox="1"/>
          <p:nvPr/>
        </p:nvSpPr>
        <p:spPr>
          <a:xfrm>
            <a:off x="2539036" y="218758"/>
            <a:ext cx="6811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	</a:t>
            </a:r>
            <a:r>
              <a:rPr lang="en-IN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VIDYA BHAVAN COLLEGE OF MANAGEMENT </a:t>
            </a:r>
          </a:p>
          <a:p>
            <a:pPr algn="ctr"/>
            <a:r>
              <a:rPr lang="en-IN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          AND RESEARCH, YAVATMAL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C8120-2E8E-C7B7-8315-1B7891EDB99E}"/>
              </a:ext>
            </a:extLst>
          </p:cNvPr>
          <p:cNvSpPr txBox="1"/>
          <p:nvPr/>
        </p:nvSpPr>
        <p:spPr>
          <a:xfrm>
            <a:off x="2894192" y="2890121"/>
            <a:ext cx="6403612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/>
              <a:t>PROJECT NAME : VEHICLE REGISTRATION SYSTEM</a:t>
            </a:r>
          </a:p>
          <a:p>
            <a:pPr algn="ctr"/>
            <a:endParaRPr lang="en-IN" sz="2000" dirty="0"/>
          </a:p>
          <a:p>
            <a:pPr algn="ctr"/>
            <a:r>
              <a:rPr lang="en-IN" dirty="0"/>
              <a:t>PRESENTED BY : CHETAN SURASWAL</a:t>
            </a:r>
          </a:p>
          <a:p>
            <a:pPr algn="ctr"/>
            <a:r>
              <a:rPr lang="en-IN" dirty="0"/>
              <a:t>                : LUCKY MADAVI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GUIDED BY : PROF.SHANTANU MUSTILWAR</a:t>
            </a:r>
          </a:p>
          <a:p>
            <a:pPr algn="ctr"/>
            <a:r>
              <a:rPr lang="en-IN" dirty="0"/>
              <a:t>HOD : ASST.PROF. S. M. UPLENCHWAR</a:t>
            </a:r>
            <a:endParaRPr lang="en-IN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18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Vehicle Registration System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1. Agenda</a:t>
            </a:r>
          </a:p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2. Introduction</a:t>
            </a:r>
          </a:p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3. Working Flow</a:t>
            </a:r>
          </a:p>
          <a:p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4. Advantages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Vehicle Registration System (VRS) is a web-based system designed to store and manage vehicle information digitally.</a:t>
            </a:r>
          </a:p>
          <a:p>
            <a:r>
              <a:rPr lang="en-US" dirty="0"/>
              <a:t>In this system, users can create an account and register their vehicles by entering details such as owner information, vehicle details, and insurance policy information.</a:t>
            </a:r>
          </a:p>
          <a:p>
            <a:r>
              <a:rPr lang="en-US" dirty="0"/>
              <a:t>The system securely stores this information in a database. Each user can only see their own registered vehicles, while the admin has access to manage all records.</a:t>
            </a:r>
          </a:p>
          <a:p>
            <a:r>
              <a:rPr lang="en-US" dirty="0"/>
              <a:t>This system helps reduce manual paperwork and makes vehicle record management faster, safer, and more organized.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569211"/>
            <a:ext cx="7796464" cy="1222385"/>
          </a:xfrm>
        </p:spPr>
        <p:txBody>
          <a:bodyPr/>
          <a:lstStyle/>
          <a:p>
            <a:pPr algn="ctr"/>
            <a:r>
              <a:rPr lang="en-US" dirty="0"/>
              <a:t>Working Flow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676C18-B5A1-E89D-F1A0-996B2230B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399" y="2569277"/>
            <a:ext cx="7358063" cy="371951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User creates an account (Sign Up).</a:t>
            </a:r>
          </a:p>
          <a:p>
            <a:pPr marL="342900" indent="-342900">
              <a:buAutoNum type="arabicPeriod"/>
            </a:pPr>
            <a:r>
              <a:rPr lang="en-US" dirty="0"/>
              <a:t>User logs into the system.</a:t>
            </a:r>
          </a:p>
          <a:p>
            <a:pPr marL="342900" indent="-342900">
              <a:buAutoNum type="arabicPeriod"/>
            </a:pPr>
            <a:r>
              <a:rPr lang="en-US" dirty="0"/>
              <a:t>User completes their profile information.</a:t>
            </a:r>
          </a:p>
          <a:p>
            <a:pPr marL="342900" indent="-342900">
              <a:buAutoNum type="arabicPeriod"/>
            </a:pPr>
            <a:r>
              <a:rPr lang="en-US" dirty="0"/>
              <a:t>User registers a vehicle by filling vehicle details.</a:t>
            </a:r>
          </a:p>
          <a:p>
            <a:pPr marL="342900" indent="-342900">
              <a:buAutoNum type="arabicPeriod"/>
            </a:pPr>
            <a:r>
              <a:rPr lang="en-US" dirty="0"/>
              <a:t>Vehicle information is saved in the database.</a:t>
            </a:r>
          </a:p>
          <a:p>
            <a:pPr marL="342900" indent="-342900">
              <a:buAutoNum type="arabicPeriod"/>
            </a:pPr>
            <a:r>
              <a:rPr lang="en-US" dirty="0"/>
              <a:t>User can view their registered vehicles on the dashboard.</a:t>
            </a:r>
          </a:p>
          <a:p>
            <a:pPr marL="342900" indent="-342900">
              <a:buAutoNum type="arabicPeriod"/>
            </a:pPr>
            <a:r>
              <a:rPr lang="en-US" dirty="0"/>
              <a:t>Admin can manage and monitor all registered vehicles.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 txBox="1">
            <a:spLocks/>
          </p:cNvSpPr>
          <p:nvPr/>
        </p:nvSpPr>
        <p:spPr>
          <a:xfrm>
            <a:off x="5609006" y="1909623"/>
            <a:ext cx="3284951" cy="3720337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7843837" cy="1012782"/>
          </a:xfrm>
        </p:spPr>
        <p:txBody>
          <a:bodyPr/>
          <a:lstStyle/>
          <a:p>
            <a:pPr algn="ctr"/>
            <a:r>
              <a:rPr lang="en-US" dirty="0"/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60474" y="2044711"/>
            <a:ext cx="6903076" cy="372181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manual paperwork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Secure storage of vehicle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Easy access to vehicle records anytime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Saves time for both users and administrators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Organized and centralized data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authorized users can access their data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4F0633-D1E1-7123-A49A-8B2EDA6F14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accent4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4" y="996346"/>
            <a:ext cx="7251404" cy="2727709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194</TotalTime>
  <Words>257</Words>
  <Application>Microsoft Office PowerPoint</Application>
  <PresentationFormat>Widescreen</PresentationFormat>
  <Paragraphs>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Segoe UI Symbol</vt:lpstr>
      <vt:lpstr>Tw Cen MT</vt:lpstr>
      <vt:lpstr>Tw Cen MT Condensed</vt:lpstr>
      <vt:lpstr>Wingdings 3</vt:lpstr>
      <vt:lpstr>Integral</vt:lpstr>
      <vt:lpstr>PowerPoint Presentation</vt:lpstr>
      <vt:lpstr>Vehicle Registration System</vt:lpstr>
      <vt:lpstr>agenda</vt:lpstr>
      <vt:lpstr>Introduction </vt:lpstr>
      <vt:lpstr>Working Flow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CRX Life</cp:lastModifiedBy>
  <cp:revision>5</cp:revision>
  <dcterms:created xsi:type="dcterms:W3CDTF">2026-03-12T16:50:38Z</dcterms:created>
  <dcterms:modified xsi:type="dcterms:W3CDTF">2026-03-14T06:16:20Z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